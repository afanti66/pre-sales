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统一用户管理与身份认证系统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技术方案汇报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DEFB"/>
                </a:solidFill>
                <a:latin typeface="Microsoft YaHei"/>
              </a:defRPr>
            </a:pPr>
            <a:r>
              <a:t>某单位  |  2026年07月12日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项目背景与痛点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▸ 多系统独立管理账号：OA、财务、人事、档案、项目管理——5套账号，5套密码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▸ 人员变动时无法统一禁用：离职人员账号仍可访问部分系统，存在安全隐患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▸ 权限模型不一致：各系统权限体系各自为政，审计无法统一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▸ 审计日志分散：无法实现全局安全审计，合规检查耗时耗力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核心矛盾：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50,000+ 用户  ×  8+ 业务系统  =  安全管控盲区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建设目标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目标一：统一用户管理 —— 组织架构、用户账号、角色权限的集中管理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目标二：统一身份认证 —— SSO单点登录，支持多因子+国密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目标三：统一权限管理 —— RBAC+ABAC细粒度权限控制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目标四：统一安全审计 —— 全平台操作日志集中采集、存储、分析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目标五：统一应用接入 —— 标准化接口，新系统快速接入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系统规模：50,000用户  |  500 TPS并发  |  99.9%可用性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展示层：Vue 3 + Element Plus 管理控制台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接入层：Spring Cloud Gateway（路由/限流/鉴权/日志）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业务层（微服务）：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用户管理服务(8081) → 组织/用户/同步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身份认证服务(8082) → 认证/SSO/令牌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权限管理服务(8083) → 角色/授权/数据权限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安全审计服务(8084) → 日志/检索/告警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数据层：MySQL MGR + Redis Cluster + ES Cluster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通信：同步(OpenFeign) + 异步(RabbitMQ)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技术方案亮点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① 多因子认证体系：密码 + 短信 + TOTP + SM2证书，分级安全策略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② 全协议SSO兼容：OAuth2 / OIDC / SAML2.0 / CAS，存量系统零改造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③ 国密合规：SM2签名/SM3哈希/SM4加密，满足等保三级要求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④ 日志哈希链保护：SM3链式结构，任意篡改可检测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⑤ 容器化部署：K8s编排，HPA自动扩缩容，22个Pod最小部署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⑥ 国产化适配：麒麟OS + 达梦DM8 + 东方通TongWeb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实施计划（6个月）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第一阶段（第1-2月）：基础平台搭建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用户管理+身份认证服务开发与部署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数据库/缓存/消息队列环境搭建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第二阶段（第3-4月）：核心功能开发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权限管理+安全审计服务开发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SSO协议集成（OAuth2/OIDC/SAML/CAS）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第三阶段（第5-6月）：系统集成与上线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现有业务系统逐个对接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数据迁移+全量测试+试运行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   - 管理员培训+用户培训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预算概览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硬件/软件：230.5万元（服务器+数据库+中间件+容器平台）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开发实施：38.5万元（18个功能模块，154人天）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其他费用：75.9万元（项目管理+培训+质保运维+差旅）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总投资：298.0万元（优惠报价）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3年TCO：328.0万元（含第3年运维续保）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Microsoft YaHei"/>
              </a:defRPr>
            </a:pPr>
            <a:r>
              <a:t>项目保障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实施团队：项目经理1人 + 架构师1人 + 开发4人 + 测试2人 + 运维1人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质保服务：验收后2年免费运维，7×12小时响应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培训服务：管理员培训3天 + 用户培训2天 + 全套文档交付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Microsoft YaHei"/>
              </a:defRPr>
            </a:pPr>
            <a:r>
              <a:t>文档交付系统设计方案、接口规范、部署手册、运维手册、源代码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